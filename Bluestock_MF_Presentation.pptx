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62BB7-53F3-41F3-8E74-F30F7B94F81C}" v="1124" dt="2026-08-11T11:45:08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sa chenchu sai vyshnavi" userId="a0f446a0cc6dfce9" providerId="Windows Live" clId="Web-{62762BB7-53F3-41F3-8E74-F30F7B94F81C}"/>
    <pc:docChg chg="addSld delSld modSld">
      <pc:chgData name="Balasa chenchu sai vyshnavi" userId="a0f446a0cc6dfce9" providerId="Windows Live" clId="Web-{62762BB7-53F3-41F3-8E74-F30F7B94F81C}" dt="2026-08-11T11:45:08.493" v="892"/>
      <pc:docMkLst>
        <pc:docMk/>
      </pc:docMkLst>
      <pc:sldChg chg="addSp modSp">
        <pc:chgData name="Balasa chenchu sai vyshnavi" userId="a0f446a0cc6dfce9" providerId="Windows Live" clId="Web-{62762BB7-53F3-41F3-8E74-F30F7B94F81C}" dt="2026-08-11T10:42:05.224" v="45" actId="20577"/>
        <pc:sldMkLst>
          <pc:docMk/>
          <pc:sldMk cId="109857222" sldId="256"/>
        </pc:sldMkLst>
        <pc:spChg chg="mod">
          <ac:chgData name="Balasa chenchu sai vyshnavi" userId="a0f446a0cc6dfce9" providerId="Windows Live" clId="Web-{62762BB7-53F3-41F3-8E74-F30F7B94F81C}" dt="2026-08-11T10:41:58.005" v="4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alasa chenchu sai vyshnavi" userId="a0f446a0cc6dfce9" providerId="Windows Live" clId="Web-{62762BB7-53F3-41F3-8E74-F30F7B94F81C}" dt="2026-08-11T10:42:05.224" v="45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Balasa chenchu sai vyshnavi" userId="a0f446a0cc6dfce9" providerId="Windows Live" clId="Web-{62762BB7-53F3-41F3-8E74-F30F7B94F81C}" dt="2026-08-11T10:41:51.598" v="43" actId="20577"/>
          <ac:spMkLst>
            <pc:docMk/>
            <pc:sldMk cId="109857222" sldId="256"/>
            <ac:spMk id="4" creationId="{4B3BA6B3-4FF2-393E-59F6-1040C4FB50B5}"/>
          </ac:spMkLst>
        </pc:spChg>
      </pc:sldChg>
      <pc:sldChg chg="addSp delSp modSp new">
        <pc:chgData name="Balasa chenchu sai vyshnavi" userId="a0f446a0cc6dfce9" providerId="Windows Live" clId="Web-{62762BB7-53F3-41F3-8E74-F30F7B94F81C}" dt="2026-08-11T11:43:02.067" v="887" actId="20577"/>
        <pc:sldMkLst>
          <pc:docMk/>
          <pc:sldMk cId="3950626946" sldId="257"/>
        </pc:sldMkLst>
        <pc:spChg chg="add mod">
          <ac:chgData name="Balasa chenchu sai vyshnavi" userId="a0f446a0cc6dfce9" providerId="Windows Live" clId="Web-{62762BB7-53F3-41F3-8E74-F30F7B94F81C}" dt="2026-08-11T11:43:02.067" v="887" actId="20577"/>
          <ac:spMkLst>
            <pc:docMk/>
            <pc:sldMk cId="3950626946" sldId="257"/>
            <ac:spMk id="2" creationId="{C28EEEA5-84D8-FF26-7CED-2DFF4A2A8429}"/>
          </ac:spMkLst>
        </pc:spChg>
        <pc:spChg chg="add del mod">
          <ac:chgData name="Balasa chenchu sai vyshnavi" userId="a0f446a0cc6dfce9" providerId="Windows Live" clId="Web-{62762BB7-53F3-41F3-8E74-F30F7B94F81C}" dt="2026-08-11T10:43:48.836" v="91"/>
          <ac:spMkLst>
            <pc:docMk/>
            <pc:sldMk cId="3950626946" sldId="257"/>
            <ac:spMk id="3" creationId="{34A1F4AB-C293-95BA-415C-D694E845F3C6}"/>
          </ac:spMkLst>
        </pc:spChg>
      </pc:sldChg>
      <pc:sldChg chg="addSp modSp add replId">
        <pc:chgData name="Balasa chenchu sai vyshnavi" userId="a0f446a0cc6dfce9" providerId="Windows Live" clId="Web-{62762BB7-53F3-41F3-8E74-F30F7B94F81C}" dt="2026-08-11T10:45:41.887" v="129" actId="20577"/>
        <pc:sldMkLst>
          <pc:docMk/>
          <pc:sldMk cId="3389939794" sldId="258"/>
        </pc:sldMkLst>
        <pc:spChg chg="add mod">
          <ac:chgData name="Balasa chenchu sai vyshnavi" userId="a0f446a0cc6dfce9" providerId="Windows Live" clId="Web-{62762BB7-53F3-41F3-8E74-F30F7B94F81C}" dt="2026-08-11T10:45:41.887" v="129" actId="20577"/>
          <ac:spMkLst>
            <pc:docMk/>
            <pc:sldMk cId="3389939794" sldId="258"/>
            <ac:spMk id="2" creationId="{34A1F4AB-C293-95BA-415C-D694E845F3C6}"/>
          </ac:spMkLst>
        </pc:spChg>
      </pc:sldChg>
      <pc:sldChg chg="addSp modSp add replId">
        <pc:chgData name="Balasa chenchu sai vyshnavi" userId="a0f446a0cc6dfce9" providerId="Windows Live" clId="Web-{62762BB7-53F3-41F3-8E74-F30F7B94F81C}" dt="2026-08-11T10:55:24.001" v="340" actId="1076"/>
        <pc:sldMkLst>
          <pc:docMk/>
          <pc:sldMk cId="1045682492" sldId="259"/>
        </pc:sldMkLst>
        <pc:spChg chg="add mod">
          <ac:chgData name="Balasa chenchu sai vyshnavi" userId="a0f446a0cc6dfce9" providerId="Windows Live" clId="Web-{62762BB7-53F3-41F3-8E74-F30F7B94F81C}" dt="2026-08-11T10:46:50.905" v="142" actId="1076"/>
          <ac:spMkLst>
            <pc:docMk/>
            <pc:sldMk cId="1045682492" sldId="259"/>
            <ac:spMk id="2" creationId="{95BC82A9-6E37-8237-90C2-73163B1AA43F}"/>
          </ac:spMkLst>
        </pc:spChg>
        <pc:spChg chg="add mod">
          <ac:chgData name="Balasa chenchu sai vyshnavi" userId="a0f446a0cc6dfce9" providerId="Windows Live" clId="Web-{62762BB7-53F3-41F3-8E74-F30F7B94F81C}" dt="2026-08-11T10:55:24.001" v="340" actId="1076"/>
          <ac:spMkLst>
            <pc:docMk/>
            <pc:sldMk cId="1045682492" sldId="259"/>
            <ac:spMk id="4" creationId="{F86299F9-60EE-6B0A-AC37-FFCC3F497C44}"/>
          </ac:spMkLst>
        </pc:spChg>
        <pc:graphicFrameChg chg="add mod modGraphic">
          <ac:chgData name="Balasa chenchu sai vyshnavi" userId="a0f446a0cc6dfce9" providerId="Windows Live" clId="Web-{62762BB7-53F3-41F3-8E74-F30F7B94F81C}" dt="2026-08-11T10:54:13.108" v="335"/>
          <ac:graphicFrameMkLst>
            <pc:docMk/>
            <pc:sldMk cId="1045682492" sldId="259"/>
            <ac:graphicFrameMk id="3" creationId="{7552EA93-55DE-6BA5-8214-85ED29BBB410}"/>
          </ac:graphicFrameMkLst>
        </pc:graphicFrameChg>
      </pc:sldChg>
      <pc:sldChg chg="addSp delSp modSp add replId">
        <pc:chgData name="Balasa chenchu sai vyshnavi" userId="a0f446a0cc6dfce9" providerId="Windows Live" clId="Web-{62762BB7-53F3-41F3-8E74-F30F7B94F81C}" dt="2026-08-11T11:43:16.208" v="890" actId="20577"/>
        <pc:sldMkLst>
          <pc:docMk/>
          <pc:sldMk cId="58661674" sldId="260"/>
        </pc:sldMkLst>
        <pc:spChg chg="add mod">
          <ac:chgData name="Balasa chenchu sai vyshnavi" userId="a0f446a0cc6dfce9" providerId="Windows Live" clId="Web-{62762BB7-53F3-41F3-8E74-F30F7B94F81C}" dt="2026-08-11T11:06:00.569" v="447"/>
          <ac:spMkLst>
            <pc:docMk/>
            <pc:sldMk cId="58661674" sldId="260"/>
            <ac:spMk id="2" creationId="{0D899D53-4C69-F9A2-68F8-F2CB90FDC992}"/>
          </ac:spMkLst>
        </pc:spChg>
        <pc:spChg chg="add mod">
          <ac:chgData name="Balasa chenchu sai vyshnavi" userId="a0f446a0cc6dfce9" providerId="Windows Live" clId="Web-{62762BB7-53F3-41F3-8E74-F30F7B94F81C}" dt="2026-08-11T11:43:16.208" v="890" actId="20577"/>
          <ac:spMkLst>
            <pc:docMk/>
            <pc:sldMk cId="58661674" sldId="260"/>
            <ac:spMk id="3" creationId="{FD8A23CB-4F19-45A7-3784-DD10991777E9}"/>
          </ac:spMkLst>
        </pc:spChg>
        <pc:spChg chg="add mod">
          <ac:chgData name="Balasa chenchu sai vyshnavi" userId="a0f446a0cc6dfce9" providerId="Windows Live" clId="Web-{62762BB7-53F3-41F3-8E74-F30F7B94F81C}" dt="2026-08-11T11:06:03.179" v="448"/>
          <ac:spMkLst>
            <pc:docMk/>
            <pc:sldMk cId="58661674" sldId="260"/>
            <ac:spMk id="4" creationId="{B33DFACF-E225-6909-7890-57E496EAFFF4}"/>
          </ac:spMkLst>
        </pc:spChg>
        <pc:spChg chg="add mod">
          <ac:chgData name="Balasa chenchu sai vyshnavi" userId="a0f446a0cc6dfce9" providerId="Windows Live" clId="Web-{62762BB7-53F3-41F3-8E74-F30F7B94F81C}" dt="2026-08-11T11:06:24.086" v="450"/>
          <ac:spMkLst>
            <pc:docMk/>
            <pc:sldMk cId="58661674" sldId="260"/>
            <ac:spMk id="5" creationId="{6D203DE9-47D3-7749-4DA3-F57B339718BC}"/>
          </ac:spMkLst>
        </pc:spChg>
        <pc:spChg chg="add mod">
          <ac:chgData name="Balasa chenchu sai vyshnavi" userId="a0f446a0cc6dfce9" providerId="Windows Live" clId="Web-{62762BB7-53F3-41F3-8E74-F30F7B94F81C}" dt="2026-08-11T11:06:19.476" v="449"/>
          <ac:spMkLst>
            <pc:docMk/>
            <pc:sldMk cId="58661674" sldId="260"/>
            <ac:spMk id="6" creationId="{58EF5259-6475-ACEE-FB2E-8D29C1DDE6FA}"/>
          </ac:spMkLst>
        </pc:spChg>
        <pc:spChg chg="add mod">
          <ac:chgData name="Balasa chenchu sai vyshnavi" userId="a0f446a0cc6dfce9" providerId="Windows Live" clId="Web-{62762BB7-53F3-41F3-8E74-F30F7B94F81C}" dt="2026-08-11T11:06:30.398" v="451"/>
          <ac:spMkLst>
            <pc:docMk/>
            <pc:sldMk cId="58661674" sldId="260"/>
            <ac:spMk id="7" creationId="{BAE8F1ED-FE7D-A1C3-E867-C1C058E02272}"/>
          </ac:spMkLst>
        </pc:spChg>
        <pc:spChg chg="add mod">
          <ac:chgData name="Balasa chenchu sai vyshnavi" userId="a0f446a0cc6dfce9" providerId="Windows Live" clId="Web-{62762BB7-53F3-41F3-8E74-F30F7B94F81C}" dt="2026-08-11T11:06:30.398" v="452"/>
          <ac:spMkLst>
            <pc:docMk/>
            <pc:sldMk cId="58661674" sldId="260"/>
            <ac:spMk id="8" creationId="{405DD307-343E-E342-361B-29B139CEB2D8}"/>
          </ac:spMkLst>
        </pc:spChg>
        <pc:spChg chg="add mod">
          <ac:chgData name="Balasa chenchu sai vyshnavi" userId="a0f446a0cc6dfce9" providerId="Windows Live" clId="Web-{62762BB7-53F3-41F3-8E74-F30F7B94F81C}" dt="2026-08-11T11:06:30.398" v="453"/>
          <ac:spMkLst>
            <pc:docMk/>
            <pc:sldMk cId="58661674" sldId="260"/>
            <ac:spMk id="9" creationId="{ECE36523-3BE2-39E8-DD1B-F4889BE931DE}"/>
          </ac:spMkLst>
        </pc:spChg>
        <pc:spChg chg="add mod">
          <ac:chgData name="Balasa chenchu sai vyshnavi" userId="a0f446a0cc6dfce9" providerId="Windows Live" clId="Web-{62762BB7-53F3-41F3-8E74-F30F7B94F81C}" dt="2026-08-11T11:06:30.445" v="454"/>
          <ac:spMkLst>
            <pc:docMk/>
            <pc:sldMk cId="58661674" sldId="260"/>
            <ac:spMk id="10" creationId="{76928794-FDF6-D4B7-C77C-BD19BFC717F1}"/>
          </ac:spMkLst>
        </pc:spChg>
        <pc:spChg chg="add mod">
          <ac:chgData name="Balasa chenchu sai vyshnavi" userId="a0f446a0cc6dfce9" providerId="Windows Live" clId="Web-{62762BB7-53F3-41F3-8E74-F30F7B94F81C}" dt="2026-08-11T11:07:13.884" v="466" actId="20577"/>
          <ac:spMkLst>
            <pc:docMk/>
            <pc:sldMk cId="58661674" sldId="260"/>
            <ac:spMk id="23" creationId="{24A2A45F-9DFB-5A34-6ED5-B0A5D49F7F90}"/>
          </ac:spMkLst>
        </pc:spChg>
        <pc:cxnChg chg="add del mod">
          <ac:chgData name="Balasa chenchu sai vyshnavi" userId="a0f446a0cc6dfce9" providerId="Windows Live" clId="Web-{62762BB7-53F3-41F3-8E74-F30F7B94F81C}" dt="2026-08-11T11:04:40.488" v="435"/>
          <ac:cxnSpMkLst>
            <pc:docMk/>
            <pc:sldMk cId="58661674" sldId="260"/>
            <ac:cxnSpMk id="11" creationId="{7FE355CE-552D-2B08-8290-AD308681FB37}"/>
          </ac:cxnSpMkLst>
        </pc:cxnChg>
        <pc:cxnChg chg="add mod">
          <ac:chgData name="Balasa chenchu sai vyshnavi" userId="a0f446a0cc6dfce9" providerId="Windows Live" clId="Web-{62762BB7-53F3-41F3-8E74-F30F7B94F81C}" dt="2026-08-11T11:01:28.201" v="399" actId="1076"/>
          <ac:cxnSpMkLst>
            <pc:docMk/>
            <pc:sldMk cId="58661674" sldId="260"/>
            <ac:cxnSpMk id="12" creationId="{99F15B98-B793-A591-84D6-487E42574929}"/>
          </ac:cxnSpMkLst>
        </pc:cxnChg>
        <pc:cxnChg chg="add mod">
          <ac:chgData name="Balasa chenchu sai vyshnavi" userId="a0f446a0cc6dfce9" providerId="Windows Live" clId="Web-{62762BB7-53F3-41F3-8E74-F30F7B94F81C}" dt="2026-08-11T11:01:50.639" v="404" actId="1076"/>
          <ac:cxnSpMkLst>
            <pc:docMk/>
            <pc:sldMk cId="58661674" sldId="260"/>
            <ac:cxnSpMk id="13" creationId="{B772D9AE-24D8-F4D5-7DE5-740EA58F9CF1}"/>
          </ac:cxnSpMkLst>
        </pc:cxnChg>
        <pc:cxnChg chg="add mod">
          <ac:chgData name="Balasa chenchu sai vyshnavi" userId="a0f446a0cc6dfce9" providerId="Windows Live" clId="Web-{62762BB7-53F3-41F3-8E74-F30F7B94F81C}" dt="2026-08-11T11:02:10.593" v="409" actId="14100"/>
          <ac:cxnSpMkLst>
            <pc:docMk/>
            <pc:sldMk cId="58661674" sldId="260"/>
            <ac:cxnSpMk id="14" creationId="{6F362098-61C1-9E5A-D216-C8C023DB859F}"/>
          </ac:cxnSpMkLst>
        </pc:cxnChg>
        <pc:cxnChg chg="add del mod">
          <ac:chgData name="Balasa chenchu sai vyshnavi" userId="a0f446a0cc6dfce9" providerId="Windows Live" clId="Web-{62762BB7-53F3-41F3-8E74-F30F7B94F81C}" dt="2026-08-11T11:02:55.469" v="418"/>
          <ac:cxnSpMkLst>
            <pc:docMk/>
            <pc:sldMk cId="58661674" sldId="260"/>
            <ac:cxnSpMk id="15" creationId="{01A740BD-13A6-3E86-F652-7D6606CB0B02}"/>
          </ac:cxnSpMkLst>
        </pc:cxnChg>
        <pc:cxnChg chg="add del mod">
          <ac:chgData name="Balasa chenchu sai vyshnavi" userId="a0f446a0cc6dfce9" providerId="Windows Live" clId="Web-{62762BB7-53F3-41F3-8E74-F30F7B94F81C}" dt="2026-08-11T11:03:25.705" v="424"/>
          <ac:cxnSpMkLst>
            <pc:docMk/>
            <pc:sldMk cId="58661674" sldId="260"/>
            <ac:cxnSpMk id="16" creationId="{26C5DE5D-A501-FA19-D7E7-9CC2F0F8540B}"/>
          </ac:cxnSpMkLst>
        </pc:cxnChg>
        <pc:cxnChg chg="add">
          <ac:chgData name="Balasa chenchu sai vyshnavi" userId="a0f446a0cc6dfce9" providerId="Windows Live" clId="Web-{62762BB7-53F3-41F3-8E74-F30F7B94F81C}" dt="2026-08-11T11:03:36.158" v="425"/>
          <ac:cxnSpMkLst>
            <pc:docMk/>
            <pc:sldMk cId="58661674" sldId="260"/>
            <ac:cxnSpMk id="17" creationId="{36BFC9CD-88FA-0880-3AE0-FB024C5C4B6D}"/>
          </ac:cxnSpMkLst>
        </pc:cxnChg>
        <pc:cxnChg chg="add mod">
          <ac:chgData name="Balasa chenchu sai vyshnavi" userId="a0f446a0cc6dfce9" providerId="Windows Live" clId="Web-{62762BB7-53F3-41F3-8E74-F30F7B94F81C}" dt="2026-08-11T11:03:55.315" v="430" actId="14100"/>
          <ac:cxnSpMkLst>
            <pc:docMk/>
            <pc:sldMk cId="58661674" sldId="260"/>
            <ac:cxnSpMk id="18" creationId="{247102EC-3062-ED4C-8970-8E7E902E33DF}"/>
          </ac:cxnSpMkLst>
        </pc:cxnChg>
        <pc:cxnChg chg="add del mod">
          <ac:chgData name="Balasa chenchu sai vyshnavi" userId="a0f446a0cc6dfce9" providerId="Windows Live" clId="Web-{62762BB7-53F3-41F3-8E74-F30F7B94F81C}" dt="2026-08-11T11:04:51.036" v="437"/>
          <ac:cxnSpMkLst>
            <pc:docMk/>
            <pc:sldMk cId="58661674" sldId="260"/>
            <ac:cxnSpMk id="19" creationId="{15152CC2-5565-700B-11EF-8347EFCE66D0}"/>
          </ac:cxnSpMkLst>
        </pc:cxnChg>
        <pc:cxnChg chg="add mod">
          <ac:chgData name="Balasa chenchu sai vyshnavi" userId="a0f446a0cc6dfce9" providerId="Windows Live" clId="Web-{62762BB7-53F3-41F3-8E74-F30F7B94F81C}" dt="2026-08-11T11:05:00.317" v="439" actId="1076"/>
          <ac:cxnSpMkLst>
            <pc:docMk/>
            <pc:sldMk cId="58661674" sldId="260"/>
            <ac:cxnSpMk id="20" creationId="{DE22E88F-9822-E8A9-D948-CEA49CB438AC}"/>
          </ac:cxnSpMkLst>
        </pc:cxnChg>
        <pc:cxnChg chg="add del mod">
          <ac:chgData name="Balasa chenchu sai vyshnavi" userId="a0f446a0cc6dfce9" providerId="Windows Live" clId="Web-{62762BB7-53F3-41F3-8E74-F30F7B94F81C}" dt="2026-08-11T11:05:21.849" v="443"/>
          <ac:cxnSpMkLst>
            <pc:docMk/>
            <pc:sldMk cId="58661674" sldId="260"/>
            <ac:cxnSpMk id="21" creationId="{025D4B97-9AD5-175D-F214-B7F57157BB05}"/>
          </ac:cxnSpMkLst>
        </pc:cxnChg>
        <pc:cxnChg chg="add">
          <ac:chgData name="Balasa chenchu sai vyshnavi" userId="a0f446a0cc6dfce9" providerId="Windows Live" clId="Web-{62762BB7-53F3-41F3-8E74-F30F7B94F81C}" dt="2026-08-11T11:05:31.553" v="444"/>
          <ac:cxnSpMkLst>
            <pc:docMk/>
            <pc:sldMk cId="58661674" sldId="260"/>
            <ac:cxnSpMk id="22" creationId="{B5EBAB26-FD4A-A0CC-AB0B-EC6A18348E10}"/>
          </ac:cxnSpMkLst>
        </pc:cxnChg>
      </pc:sldChg>
      <pc:sldChg chg="addSp delSp modSp add replId">
        <pc:chgData name="Balasa chenchu sai vyshnavi" userId="a0f446a0cc6dfce9" providerId="Windows Live" clId="Web-{62762BB7-53F3-41F3-8E74-F30F7B94F81C}" dt="2026-08-11T11:12:22.317" v="502" actId="20577"/>
        <pc:sldMkLst>
          <pc:docMk/>
          <pc:sldMk cId="4162261687" sldId="261"/>
        </pc:sldMkLst>
        <pc:spChg chg="add mod">
          <ac:chgData name="Balasa chenchu sai vyshnavi" userId="a0f446a0cc6dfce9" providerId="Windows Live" clId="Web-{62762BB7-53F3-41F3-8E74-F30F7B94F81C}" dt="2026-08-11T11:07:49.417" v="478" actId="1076"/>
          <ac:spMkLst>
            <pc:docMk/>
            <pc:sldMk cId="4162261687" sldId="261"/>
            <ac:spMk id="2" creationId="{F93CC37B-2CB2-D7AA-9DD2-97BFBE2A149B}"/>
          </ac:spMkLst>
        </pc:spChg>
        <pc:spChg chg="add mod">
          <ac:chgData name="Balasa chenchu sai vyshnavi" userId="a0f446a0cc6dfce9" providerId="Windows Live" clId="Web-{62762BB7-53F3-41F3-8E74-F30F7B94F81C}" dt="2026-08-11T11:12:22.317" v="502" actId="20577"/>
          <ac:spMkLst>
            <pc:docMk/>
            <pc:sldMk cId="4162261687" sldId="261"/>
            <ac:spMk id="7" creationId="{F60B96A0-71B3-0C80-780F-282409F2E35D}"/>
          </ac:spMkLst>
        </pc:spChg>
        <pc:picChg chg="add del mod">
          <ac:chgData name="Balasa chenchu sai vyshnavi" userId="a0f446a0cc6dfce9" providerId="Windows Live" clId="Web-{62762BB7-53F3-41F3-8E74-F30F7B94F81C}" dt="2026-08-11T11:10:31.360" v="486"/>
          <ac:picMkLst>
            <pc:docMk/>
            <pc:sldMk cId="4162261687" sldId="261"/>
            <ac:picMk id="3" creationId="{53F39303-AAF6-15E6-F9E7-D6F29027CD5C}"/>
          </ac:picMkLst>
        </pc:picChg>
        <pc:picChg chg="add del mod">
          <ac:chgData name="Balasa chenchu sai vyshnavi" userId="a0f446a0cc6dfce9" providerId="Windows Live" clId="Web-{62762BB7-53F3-41F3-8E74-F30F7B94F81C}" dt="2026-08-11T11:10:31.360" v="485"/>
          <ac:picMkLst>
            <pc:docMk/>
            <pc:sldMk cId="4162261687" sldId="261"/>
            <ac:picMk id="4" creationId="{FDCB0486-431E-EA78-FF9E-1599ACBC17C1}"/>
          </ac:picMkLst>
        </pc:picChg>
        <pc:picChg chg="add mod">
          <ac:chgData name="Balasa chenchu sai vyshnavi" userId="a0f446a0cc6dfce9" providerId="Windows Live" clId="Web-{62762BB7-53F3-41F3-8E74-F30F7B94F81C}" dt="2026-08-11T11:11:19.393" v="495" actId="14100"/>
          <ac:picMkLst>
            <pc:docMk/>
            <pc:sldMk cId="4162261687" sldId="261"/>
            <ac:picMk id="5" creationId="{D738D67E-6DD2-054A-F396-143AB07468D0}"/>
          </ac:picMkLst>
        </pc:picChg>
        <pc:picChg chg="add mod">
          <ac:chgData name="Balasa chenchu sai vyshnavi" userId="a0f446a0cc6dfce9" providerId="Windows Live" clId="Web-{62762BB7-53F3-41F3-8E74-F30F7B94F81C}" dt="2026-08-11T11:11:14.283" v="494" actId="1076"/>
          <ac:picMkLst>
            <pc:docMk/>
            <pc:sldMk cId="4162261687" sldId="261"/>
            <ac:picMk id="6" creationId="{28015174-0AB2-5311-8BD3-CB1BBCFEA0C5}"/>
          </ac:picMkLst>
        </pc:picChg>
      </pc:sldChg>
      <pc:sldChg chg="addSp delSp modSp add replId">
        <pc:chgData name="Balasa chenchu sai vyshnavi" userId="a0f446a0cc6dfce9" providerId="Windows Live" clId="Web-{62762BB7-53F3-41F3-8E74-F30F7B94F81C}" dt="2026-08-11T11:18:20.688" v="542" actId="1076"/>
        <pc:sldMkLst>
          <pc:docMk/>
          <pc:sldMk cId="172537993" sldId="262"/>
        </pc:sldMkLst>
        <pc:spChg chg="add mod">
          <ac:chgData name="Balasa chenchu sai vyshnavi" userId="a0f446a0cc6dfce9" providerId="Windows Live" clId="Web-{62762BB7-53F3-41F3-8E74-F30F7B94F81C}" dt="2026-08-11T11:16:21.044" v="512" actId="20577"/>
          <ac:spMkLst>
            <pc:docMk/>
            <pc:sldMk cId="172537993" sldId="262"/>
            <ac:spMk id="3" creationId="{A0AB0E1F-5F14-2BA9-5EF6-679EEC410AB2}"/>
          </ac:spMkLst>
        </pc:spChg>
        <pc:spChg chg="add del mod">
          <ac:chgData name="Balasa chenchu sai vyshnavi" userId="a0f446a0cc6dfce9" providerId="Windows Live" clId="Web-{62762BB7-53F3-41F3-8E74-F30F7B94F81C}" dt="2026-08-11T11:17:27.796" v="524"/>
          <ac:spMkLst>
            <pc:docMk/>
            <pc:sldMk cId="172537993" sldId="262"/>
            <ac:spMk id="6" creationId="{142FDEC8-A42E-9B94-F449-70049594FEA4}"/>
          </ac:spMkLst>
        </pc:spChg>
        <pc:spChg chg="add del">
          <ac:chgData name="Balasa chenchu sai vyshnavi" userId="a0f446a0cc6dfce9" providerId="Windows Live" clId="Web-{62762BB7-53F3-41F3-8E74-F30F7B94F81C}" dt="2026-08-11T11:17:38.749" v="526"/>
          <ac:spMkLst>
            <pc:docMk/>
            <pc:sldMk cId="172537993" sldId="262"/>
            <ac:spMk id="7" creationId="{3CA8C46B-5E6C-59E7-FAED-F4AC1CF8AE4E}"/>
          </ac:spMkLst>
        </pc:spChg>
        <pc:spChg chg="add mod">
          <ac:chgData name="Balasa chenchu sai vyshnavi" userId="a0f446a0cc6dfce9" providerId="Windows Live" clId="Web-{62762BB7-53F3-41F3-8E74-F30F7B94F81C}" dt="2026-08-11T11:18:20.688" v="542" actId="1076"/>
          <ac:spMkLst>
            <pc:docMk/>
            <pc:sldMk cId="172537993" sldId="262"/>
            <ac:spMk id="8" creationId="{30656066-CBEE-B1D3-9437-E8D9E1178C27}"/>
          </ac:spMkLst>
        </pc:spChg>
        <pc:picChg chg="add mod">
          <ac:chgData name="Balasa chenchu sai vyshnavi" userId="a0f446a0cc6dfce9" providerId="Windows Live" clId="Web-{62762BB7-53F3-41F3-8E74-F30F7B94F81C}" dt="2026-08-11T11:16:48.795" v="516" actId="14100"/>
          <ac:picMkLst>
            <pc:docMk/>
            <pc:sldMk cId="172537993" sldId="262"/>
            <ac:picMk id="4" creationId="{9E36C319-AAED-FBE7-F0A3-4AE837B2530D}"/>
          </ac:picMkLst>
        </pc:picChg>
        <pc:picChg chg="add mod">
          <ac:chgData name="Balasa chenchu sai vyshnavi" userId="a0f446a0cc6dfce9" providerId="Windows Live" clId="Web-{62762BB7-53F3-41F3-8E74-F30F7B94F81C}" dt="2026-08-11T11:17:08.326" v="520" actId="14100"/>
          <ac:picMkLst>
            <pc:docMk/>
            <pc:sldMk cId="172537993" sldId="262"/>
            <ac:picMk id="5" creationId="{8B43C327-7261-D1A5-B2F4-1DBBCB91133A}"/>
          </ac:picMkLst>
        </pc:picChg>
      </pc:sldChg>
      <pc:sldChg chg="addSp delSp modSp add replId">
        <pc:chgData name="Balasa chenchu sai vyshnavi" userId="a0f446a0cc6dfce9" providerId="Windows Live" clId="Web-{62762BB7-53F3-41F3-8E74-F30F7B94F81C}" dt="2026-08-11T11:21:20.444" v="588" actId="20577"/>
        <pc:sldMkLst>
          <pc:docMk/>
          <pc:sldMk cId="2014255672" sldId="263"/>
        </pc:sldMkLst>
        <pc:spChg chg="add del">
          <ac:chgData name="Balasa chenchu sai vyshnavi" userId="a0f446a0cc6dfce9" providerId="Windows Live" clId="Web-{62762BB7-53F3-41F3-8E74-F30F7B94F81C}" dt="2026-08-11T11:18:46.299" v="544"/>
          <ac:spMkLst>
            <pc:docMk/>
            <pc:sldMk cId="2014255672" sldId="263"/>
            <ac:spMk id="2" creationId="{382C644B-0C07-098D-29D5-C52A12F83642}"/>
          </ac:spMkLst>
        </pc:spChg>
        <pc:spChg chg="add mod">
          <ac:chgData name="Balasa chenchu sai vyshnavi" userId="a0f446a0cc6dfce9" providerId="Windows Live" clId="Web-{62762BB7-53F3-41F3-8E74-F30F7B94F81C}" dt="2026-08-11T11:19:20.894" v="559" actId="1076"/>
          <ac:spMkLst>
            <pc:docMk/>
            <pc:sldMk cId="2014255672" sldId="263"/>
            <ac:spMk id="3" creationId="{13F3C5B7-B5F4-23E3-2C76-7BE5AA3265EC}"/>
          </ac:spMkLst>
        </pc:spChg>
        <pc:spChg chg="add del">
          <ac:chgData name="Balasa chenchu sai vyshnavi" userId="a0f446a0cc6dfce9" providerId="Windows Live" clId="Web-{62762BB7-53F3-41F3-8E74-F30F7B94F81C}" dt="2026-08-11T11:20:49.631" v="576"/>
          <ac:spMkLst>
            <pc:docMk/>
            <pc:sldMk cId="2014255672" sldId="263"/>
            <ac:spMk id="6" creationId="{1E6BBE6C-2282-A580-DEAF-2303DD08366F}"/>
          </ac:spMkLst>
        </pc:spChg>
        <pc:spChg chg="add mod">
          <ac:chgData name="Balasa chenchu sai vyshnavi" userId="a0f446a0cc6dfce9" providerId="Windows Live" clId="Web-{62762BB7-53F3-41F3-8E74-F30F7B94F81C}" dt="2026-08-11T11:21:20.444" v="588" actId="20577"/>
          <ac:spMkLst>
            <pc:docMk/>
            <pc:sldMk cId="2014255672" sldId="263"/>
            <ac:spMk id="7" creationId="{4197D1FC-304F-3FB0-CCF6-31D10C07D0A9}"/>
          </ac:spMkLst>
        </pc:spChg>
        <pc:picChg chg="add mod">
          <ac:chgData name="Balasa chenchu sai vyshnavi" userId="a0f446a0cc6dfce9" providerId="Windows Live" clId="Web-{62762BB7-53F3-41F3-8E74-F30F7B94F81C}" dt="2026-08-11T11:20:08.255" v="568" actId="14100"/>
          <ac:picMkLst>
            <pc:docMk/>
            <pc:sldMk cId="2014255672" sldId="263"/>
            <ac:picMk id="4" creationId="{6BB3534A-37F9-E74D-E619-78A6A42C92A9}"/>
          </ac:picMkLst>
        </pc:picChg>
        <pc:picChg chg="add mod">
          <ac:chgData name="Balasa chenchu sai vyshnavi" userId="a0f446a0cc6dfce9" providerId="Windows Live" clId="Web-{62762BB7-53F3-41F3-8E74-F30F7B94F81C}" dt="2026-08-11T11:20:33.365" v="574" actId="14100"/>
          <ac:picMkLst>
            <pc:docMk/>
            <pc:sldMk cId="2014255672" sldId="263"/>
            <ac:picMk id="5" creationId="{BB99D7FC-660A-5E37-B582-7E50614DBD5B}"/>
          </ac:picMkLst>
        </pc:picChg>
      </pc:sldChg>
      <pc:sldChg chg="addSp modSp add replId">
        <pc:chgData name="Balasa chenchu sai vyshnavi" userId="a0f446a0cc6dfce9" providerId="Windows Live" clId="Web-{62762BB7-53F3-41F3-8E74-F30F7B94F81C}" dt="2026-08-11T11:24:07.450" v="637" actId="14100"/>
        <pc:sldMkLst>
          <pc:docMk/>
          <pc:sldMk cId="3196304660" sldId="264"/>
        </pc:sldMkLst>
        <pc:spChg chg="add mod">
          <ac:chgData name="Balasa chenchu sai vyshnavi" userId="a0f446a0cc6dfce9" providerId="Windows Live" clId="Web-{62762BB7-53F3-41F3-8E74-F30F7B94F81C}" dt="2026-08-11T11:22:00.540" v="605" actId="1076"/>
          <ac:spMkLst>
            <pc:docMk/>
            <pc:sldMk cId="3196304660" sldId="264"/>
            <ac:spMk id="2" creationId="{2BC08E96-8644-1675-BF17-D4BE73BF9BFB}"/>
          </ac:spMkLst>
        </pc:spChg>
        <pc:spChg chg="add mod">
          <ac:chgData name="Balasa chenchu sai vyshnavi" userId="a0f446a0cc6dfce9" providerId="Windows Live" clId="Web-{62762BB7-53F3-41F3-8E74-F30F7B94F81C}" dt="2026-08-11T11:24:01.106" v="635" actId="1076"/>
          <ac:spMkLst>
            <pc:docMk/>
            <pc:sldMk cId="3196304660" sldId="264"/>
            <ac:spMk id="5" creationId="{62AB9521-BFC2-0EEE-5173-96475407D654}"/>
          </ac:spMkLst>
        </pc:spChg>
        <pc:picChg chg="add mod">
          <ac:chgData name="Balasa chenchu sai vyshnavi" userId="a0f446a0cc6dfce9" providerId="Windows Live" clId="Web-{62762BB7-53F3-41F3-8E74-F30F7B94F81C}" dt="2026-08-11T11:24:03.934" v="636" actId="14100"/>
          <ac:picMkLst>
            <pc:docMk/>
            <pc:sldMk cId="3196304660" sldId="264"/>
            <ac:picMk id="3" creationId="{DBFB736F-0B51-46B1-B86F-6F67F3FC84F4}"/>
          </ac:picMkLst>
        </pc:picChg>
        <pc:picChg chg="add mod">
          <ac:chgData name="Balasa chenchu sai vyshnavi" userId="a0f446a0cc6dfce9" providerId="Windows Live" clId="Web-{62762BB7-53F3-41F3-8E74-F30F7B94F81C}" dt="2026-08-11T11:24:07.450" v="637" actId="14100"/>
          <ac:picMkLst>
            <pc:docMk/>
            <pc:sldMk cId="3196304660" sldId="264"/>
            <ac:picMk id="4" creationId="{8A30A9D7-3C08-38DD-796D-FBAA0222BF35}"/>
          </ac:picMkLst>
        </pc:picChg>
      </pc:sldChg>
      <pc:sldChg chg="addSp delSp modSp add replId">
        <pc:chgData name="Balasa chenchu sai vyshnavi" userId="a0f446a0cc6dfce9" providerId="Windows Live" clId="Web-{62762BB7-53F3-41F3-8E74-F30F7B94F81C}" dt="2026-08-11T11:26:26.392" v="685" actId="1076"/>
        <pc:sldMkLst>
          <pc:docMk/>
          <pc:sldMk cId="2779100265" sldId="265"/>
        </pc:sldMkLst>
        <pc:spChg chg="add del">
          <ac:chgData name="Balasa chenchu sai vyshnavi" userId="a0f446a0cc6dfce9" providerId="Windows Live" clId="Web-{62762BB7-53F3-41F3-8E74-F30F7B94F81C}" dt="2026-08-11T11:24:29.045" v="640"/>
          <ac:spMkLst>
            <pc:docMk/>
            <pc:sldMk cId="2779100265" sldId="265"/>
            <ac:spMk id="2" creationId="{A097F166-9552-2C4D-75B4-856F8F982529}"/>
          </ac:spMkLst>
        </pc:spChg>
        <pc:spChg chg="add mod">
          <ac:chgData name="Balasa chenchu sai vyshnavi" userId="a0f446a0cc6dfce9" providerId="Windows Live" clId="Web-{62762BB7-53F3-41F3-8E74-F30F7B94F81C}" dt="2026-08-11T11:25:07.968" v="661" actId="1076"/>
          <ac:spMkLst>
            <pc:docMk/>
            <pc:sldMk cId="2779100265" sldId="265"/>
            <ac:spMk id="3" creationId="{C7EE91CF-BCE7-CFE2-EDFF-AABE3457B889}"/>
          </ac:spMkLst>
        </pc:spChg>
        <pc:spChg chg="add mod">
          <ac:chgData name="Balasa chenchu sai vyshnavi" userId="a0f446a0cc6dfce9" providerId="Windows Live" clId="Web-{62762BB7-53F3-41F3-8E74-F30F7B94F81C}" dt="2026-08-11T11:26:26.392" v="685" actId="1076"/>
          <ac:spMkLst>
            <pc:docMk/>
            <pc:sldMk cId="2779100265" sldId="265"/>
            <ac:spMk id="6" creationId="{C18DBF10-60EC-6851-0098-1C658BE499E9}"/>
          </ac:spMkLst>
        </pc:spChg>
        <pc:picChg chg="add mod">
          <ac:chgData name="Balasa chenchu sai vyshnavi" userId="a0f446a0cc6dfce9" providerId="Windows Live" clId="Web-{62762BB7-53F3-41F3-8E74-F30F7B94F81C}" dt="2026-08-11T11:25:35.984" v="667" actId="1076"/>
          <ac:picMkLst>
            <pc:docMk/>
            <pc:sldMk cId="2779100265" sldId="265"/>
            <ac:picMk id="4" creationId="{FD811E5F-FAFE-850C-007A-F6A339DFF53D}"/>
          </ac:picMkLst>
        </pc:picChg>
        <pc:picChg chg="add mod">
          <ac:chgData name="Balasa chenchu sai vyshnavi" userId="a0f446a0cc6dfce9" providerId="Windows Live" clId="Web-{62762BB7-53F3-41F3-8E74-F30F7B94F81C}" dt="2026-08-11T11:26:00.454" v="675" actId="1076"/>
          <ac:picMkLst>
            <pc:docMk/>
            <pc:sldMk cId="2779100265" sldId="265"/>
            <ac:picMk id="5" creationId="{69276BAD-36D2-F8B2-C833-48ED51F8EA37}"/>
          </ac:picMkLst>
        </pc:picChg>
      </pc:sldChg>
      <pc:sldChg chg="addSp delSp modSp add replId">
        <pc:chgData name="Balasa chenchu sai vyshnavi" userId="a0f446a0cc6dfce9" providerId="Windows Live" clId="Web-{62762BB7-53F3-41F3-8E74-F30F7B94F81C}" dt="2026-08-11T11:39:26.825" v="859" actId="1076"/>
        <pc:sldMkLst>
          <pc:docMk/>
          <pc:sldMk cId="2787201765" sldId="266"/>
        </pc:sldMkLst>
        <pc:spChg chg="add del">
          <ac:chgData name="Balasa chenchu sai vyshnavi" userId="a0f446a0cc6dfce9" providerId="Windows Live" clId="Web-{62762BB7-53F3-41F3-8E74-F30F7B94F81C}" dt="2026-08-11T11:26:54.143" v="687"/>
          <ac:spMkLst>
            <pc:docMk/>
            <pc:sldMk cId="2787201765" sldId="266"/>
            <ac:spMk id="2" creationId="{4F467000-8E67-BEB4-9D42-43DC9F69C68C}"/>
          </ac:spMkLst>
        </pc:spChg>
        <pc:spChg chg="add mod">
          <ac:chgData name="Balasa chenchu sai vyshnavi" userId="a0f446a0cc6dfce9" providerId="Windows Live" clId="Web-{62762BB7-53F3-41F3-8E74-F30F7B94F81C}" dt="2026-08-11T11:27:31.379" v="702" actId="1076"/>
          <ac:spMkLst>
            <pc:docMk/>
            <pc:sldMk cId="2787201765" sldId="266"/>
            <ac:spMk id="3" creationId="{56351907-6595-1B9F-D078-F6ED84E5D5D7}"/>
          </ac:spMkLst>
        </pc:spChg>
        <pc:spChg chg="add mod">
          <ac:chgData name="Balasa chenchu sai vyshnavi" userId="a0f446a0cc6dfce9" providerId="Windows Live" clId="Web-{62762BB7-53F3-41F3-8E74-F30F7B94F81C}" dt="2026-08-11T11:39:26.825" v="859" actId="1076"/>
          <ac:spMkLst>
            <pc:docMk/>
            <pc:sldMk cId="2787201765" sldId="266"/>
            <ac:spMk id="6" creationId="{F4AD309E-6FBE-605B-3728-F9639E54EDF4}"/>
          </ac:spMkLst>
        </pc:spChg>
        <pc:picChg chg="add mod">
          <ac:chgData name="Balasa chenchu sai vyshnavi" userId="a0f446a0cc6dfce9" providerId="Windows Live" clId="Web-{62762BB7-53F3-41F3-8E74-F30F7B94F81C}" dt="2026-08-11T11:39:07.700" v="854" actId="14100"/>
          <ac:picMkLst>
            <pc:docMk/>
            <pc:sldMk cId="2787201765" sldId="266"/>
            <ac:picMk id="4" creationId="{0E6BD8FE-E10A-A574-7A77-B66713450C45}"/>
          </ac:picMkLst>
        </pc:picChg>
        <pc:picChg chg="add del mod">
          <ac:chgData name="Balasa chenchu sai vyshnavi" userId="a0f446a0cc6dfce9" providerId="Windows Live" clId="Web-{62762BB7-53F3-41F3-8E74-F30F7B94F81C}" dt="2026-08-11T11:38:07.213" v="837"/>
          <ac:picMkLst>
            <pc:docMk/>
            <pc:sldMk cId="2787201765" sldId="266"/>
            <ac:picMk id="5" creationId="{13847477-FC71-3804-358D-F97F929E1417}"/>
          </ac:picMkLst>
        </pc:picChg>
      </pc:sldChg>
      <pc:sldChg chg="addSp modSp add replId">
        <pc:chgData name="Balasa chenchu sai vyshnavi" userId="a0f446a0cc6dfce9" providerId="Windows Live" clId="Web-{62762BB7-53F3-41F3-8E74-F30F7B94F81C}" dt="2026-08-11T11:41:10.626" v="886" actId="20577"/>
        <pc:sldMkLst>
          <pc:docMk/>
          <pc:sldMk cId="2212459728" sldId="267"/>
        </pc:sldMkLst>
        <pc:spChg chg="add mod">
          <ac:chgData name="Balasa chenchu sai vyshnavi" userId="a0f446a0cc6dfce9" providerId="Windows Live" clId="Web-{62762BB7-53F3-41F3-8E74-F30F7B94F81C}" dt="2026-08-11T11:41:10.626" v="886" actId="20577"/>
          <ac:spMkLst>
            <pc:docMk/>
            <pc:sldMk cId="2212459728" sldId="267"/>
            <ac:spMk id="3" creationId="{00459A6D-6E11-D0D9-8114-3F7E5B910A04}"/>
          </ac:spMkLst>
        </pc:spChg>
        <pc:picChg chg="add mod modCrop">
          <ac:chgData name="Balasa chenchu sai vyshnavi" userId="a0f446a0cc6dfce9" providerId="Windows Live" clId="Web-{62762BB7-53F3-41F3-8E74-F30F7B94F81C}" dt="2026-08-11T11:40:39.593" v="876" actId="1076"/>
          <ac:picMkLst>
            <pc:docMk/>
            <pc:sldMk cId="2212459728" sldId="267"/>
            <ac:picMk id="2" creationId="{623DFFF0-62FC-44FF-A4DA-C11775B82522}"/>
          </ac:picMkLst>
        </pc:picChg>
      </pc:sldChg>
      <pc:sldChg chg="addSp modSp add replId">
        <pc:chgData name="Balasa chenchu sai vyshnavi" userId="a0f446a0cc6dfce9" providerId="Windows Live" clId="Web-{62762BB7-53F3-41F3-8E74-F30F7B94F81C}" dt="2026-08-11T11:36:01.928" v="825" actId="20577"/>
        <pc:sldMkLst>
          <pc:docMk/>
          <pc:sldMk cId="2759358244" sldId="268"/>
        </pc:sldMkLst>
        <pc:spChg chg="add mod">
          <ac:chgData name="Balasa chenchu sai vyshnavi" userId="a0f446a0cc6dfce9" providerId="Windows Live" clId="Web-{62762BB7-53F3-41F3-8E74-F30F7B94F81C}" dt="2026-08-11T11:34:55.019" v="810" actId="1076"/>
          <ac:spMkLst>
            <pc:docMk/>
            <pc:sldMk cId="2759358244" sldId="268"/>
            <ac:spMk id="2" creationId="{27FC9663-E645-7519-9DA1-EB55C4AD9DA7}"/>
          </ac:spMkLst>
        </pc:spChg>
        <pc:spChg chg="add mod">
          <ac:chgData name="Balasa chenchu sai vyshnavi" userId="a0f446a0cc6dfce9" providerId="Windows Live" clId="Web-{62762BB7-53F3-41F3-8E74-F30F7B94F81C}" dt="2026-08-11T11:36:01.928" v="825" actId="20577"/>
          <ac:spMkLst>
            <pc:docMk/>
            <pc:sldMk cId="2759358244" sldId="268"/>
            <ac:spMk id="3" creationId="{2E3501A7-05A7-AD41-820D-A2F9675EC0E7}"/>
          </ac:spMkLst>
        </pc:spChg>
      </pc:sldChg>
      <pc:sldChg chg="addSp modSp add replId">
        <pc:chgData name="Balasa chenchu sai vyshnavi" userId="a0f446a0cc6dfce9" providerId="Windows Live" clId="Web-{62762BB7-53F3-41F3-8E74-F30F7B94F81C}" dt="2026-08-11T11:33:32.157" v="797" actId="1076"/>
        <pc:sldMkLst>
          <pc:docMk/>
          <pc:sldMk cId="2222953911" sldId="269"/>
        </pc:sldMkLst>
        <pc:spChg chg="add mod">
          <ac:chgData name="Balasa chenchu sai vyshnavi" userId="a0f446a0cc6dfce9" providerId="Windows Live" clId="Web-{62762BB7-53F3-41F3-8E74-F30F7B94F81C}" dt="2026-08-11T11:33:32.157" v="797" actId="1076"/>
          <ac:spMkLst>
            <pc:docMk/>
            <pc:sldMk cId="2222953911" sldId="269"/>
            <ac:spMk id="2" creationId="{D4608C1A-6134-4A5F-D6A5-880FEB9D4EB1}"/>
          </ac:spMkLst>
        </pc:spChg>
      </pc:sldChg>
      <pc:sldChg chg="add del replId">
        <pc:chgData name="Balasa chenchu sai vyshnavi" userId="a0f446a0cc6dfce9" providerId="Windows Live" clId="Web-{62762BB7-53F3-41F3-8E74-F30F7B94F81C}" dt="2026-08-11T11:45:07.165" v="891"/>
        <pc:sldMkLst>
          <pc:docMk/>
          <pc:sldMk cId="2323439287" sldId="270"/>
        </pc:sldMkLst>
      </pc:sldChg>
      <pc:sldChg chg="add del replId">
        <pc:chgData name="Balasa chenchu sai vyshnavi" userId="a0f446a0cc6dfce9" providerId="Windows Live" clId="Web-{62762BB7-53F3-41F3-8E74-F30F7B94F81C}" dt="2026-08-11T11:45:08.493" v="892"/>
        <pc:sldMkLst>
          <pc:docMk/>
          <pc:sldMk cId="3234811444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776" y="519587"/>
            <a:ext cx="9144000" cy="238760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BLUESTOCK MUTUAL FUND ANALYTICS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6985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Data-Driven Analysis of Mutual Fund Performance, Risk and Investor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Behaviour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Final Capstone Project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BA6B3-4FF2-393E-59F6-1040C4FB50B5}"/>
              </a:ext>
            </a:extLst>
          </p:cNvPr>
          <p:cNvSpPr txBox="1"/>
          <p:nvPr/>
        </p:nvSpPr>
        <p:spPr>
          <a:xfrm>
            <a:off x="9102586" y="5088843"/>
            <a:ext cx="21994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Prepared by: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 err="1">
                <a:latin typeface="Times New Roman"/>
                <a:ea typeface="+mn-lt"/>
                <a:cs typeface="Times New Roman"/>
              </a:rPr>
              <a:t>B.C.Sai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Vyshnavi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EEEA5-84D8-FF26-7CED-2DFF4A2A8429}"/>
              </a:ext>
            </a:extLst>
          </p:cNvPr>
          <p:cNvSpPr txBox="1"/>
          <p:nvPr/>
        </p:nvSpPr>
        <p:spPr>
          <a:xfrm>
            <a:off x="875731" y="1017896"/>
            <a:ext cx="10292686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/>
                <a:cs typeface="Times New Roman"/>
              </a:rPr>
              <a:t>                                              </a:t>
            </a:r>
            <a:r>
              <a:rPr lang="en-US" sz="3200" b="1">
                <a:latin typeface="Times New Roman"/>
                <a:cs typeface="Times New Roman"/>
              </a:rPr>
              <a:t>Problem Statement</a:t>
            </a:r>
            <a:endParaRPr lang="en-US" sz="3200"/>
          </a:p>
          <a:p>
            <a:pPr algn="just"/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Mutual fund data contains information about schemes, NAV, performance, investor transactions, SIP activity, fund houses and portfolio holdings. </a:t>
            </a:r>
            <a:r>
              <a:rPr lang="en-US" sz="2400" dirty="0" err="1">
                <a:latin typeface="Times New Roman"/>
                <a:cs typeface="Times New Roman"/>
              </a:rPr>
              <a:t>Analysing</a:t>
            </a:r>
            <a:r>
              <a:rPr lang="en-US" sz="2400" dirty="0">
                <a:latin typeface="Times New Roman"/>
                <a:cs typeface="Times New Roman"/>
              </a:rPr>
              <a:t> these datasets together can help identify fund performance, risk characteristics and investor </a:t>
            </a:r>
            <a:r>
              <a:rPr lang="en-US" sz="2400" dirty="0" err="1">
                <a:latin typeface="Times New Roman"/>
                <a:cs typeface="Times New Roman"/>
              </a:rPr>
              <a:t>behaviour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/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62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E0ED-80D7-9255-8059-50B1CCBB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A1F4AB-C293-95BA-415C-D694E845F3C6}"/>
              </a:ext>
            </a:extLst>
          </p:cNvPr>
          <p:cNvSpPr txBox="1"/>
          <p:nvPr/>
        </p:nvSpPr>
        <p:spPr>
          <a:xfrm>
            <a:off x="807492" y="699448"/>
            <a:ext cx="10349552" cy="526297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>
                <a:latin typeface="Times New Roman"/>
                <a:cs typeface="Times New Roman"/>
              </a:rPr>
              <a:t>                                       Objectives</a:t>
            </a:r>
          </a:p>
          <a:p>
            <a:pPr algn="just"/>
            <a:endParaRPr lang="en-US" sz="2000" b="1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Build a reliable data ingestion and cleaning pipeline. </a:t>
            </a:r>
            <a:endParaRPr lang="en-US" sz="2000" dirty="0">
              <a:latin typeface="Times New Roman"/>
              <a:cs typeface="Times New Roman"/>
            </a:endParaRP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Analyse</a:t>
            </a:r>
            <a:r>
              <a:rPr lang="en-US" sz="2000" dirty="0">
                <a:latin typeface="Times New Roman"/>
                <a:cs typeface="Times New Roman"/>
              </a:rPr>
              <a:t> mutual fund performance using CAGR, Sharpe, Alpha and Beta.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Evaluate risk using drawdown and </a:t>
            </a:r>
            <a:r>
              <a:rPr lang="en-US" sz="2000" dirty="0" err="1">
                <a:latin typeface="Times New Roman"/>
                <a:cs typeface="Times New Roman"/>
              </a:rPr>
              <a:t>VaR</a:t>
            </a:r>
            <a:r>
              <a:rPr lang="en-US" sz="2000" dirty="0">
                <a:latin typeface="Times New Roman"/>
                <a:cs typeface="Times New Roman"/>
              </a:rPr>
              <a:t>/CVaR metrics. 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Analyse</a:t>
            </a:r>
            <a:r>
              <a:rPr lang="en-US" sz="2000" dirty="0">
                <a:latin typeface="Times New Roman"/>
                <a:cs typeface="Times New Roman"/>
              </a:rPr>
              <a:t> investor transactions and SIP </a:t>
            </a:r>
            <a:r>
              <a:rPr lang="en-US" sz="2000" dirty="0" err="1">
                <a:latin typeface="Times New Roman"/>
                <a:cs typeface="Times New Roman"/>
              </a:rPr>
              <a:t>behaviour</a:t>
            </a:r>
            <a:r>
              <a:rPr lang="en-US" sz="2000" dirty="0">
                <a:latin typeface="Times New Roman"/>
                <a:cs typeface="Times New Roman"/>
              </a:rPr>
              <a:t>. 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Develop an interactive Power BI dashboard. 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Generate advanced analytics and risk-based fund recommendations. 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Keep this slide to these points. Don't paste a long paragraph from the report.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93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AB25-366B-9747-02AE-A88F38A5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C82A9-6E37-8237-90C2-73163B1AA43F}"/>
              </a:ext>
            </a:extLst>
          </p:cNvPr>
          <p:cNvSpPr txBox="1"/>
          <p:nvPr/>
        </p:nvSpPr>
        <p:spPr>
          <a:xfrm>
            <a:off x="4560626" y="-358254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latin typeface="Times New Roman"/>
              <a:cs typeface="Times New Roman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Data Sources</a:t>
            </a:r>
            <a:endParaRPr lang="en-US" sz="3200" b="1" dirty="0">
              <a:latin typeface="Times New Roman"/>
              <a:cs typeface="Times New Roman"/>
            </a:endParaRPr>
          </a:p>
          <a:p>
            <a:pPr algn="ctr"/>
            <a:endParaRPr lang="en-US" sz="3200" dirty="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52EA93-55DE-6BA5-8214-85ED29BBB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877784"/>
              </p:ext>
            </p:extLst>
          </p:nvPr>
        </p:nvGraphicFramePr>
        <p:xfrm>
          <a:off x="1863829" y="983958"/>
          <a:ext cx="8168640" cy="4617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788266403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890343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    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74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Fund Master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Scheme details, category and risk information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42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NAV History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Daily NAV and return analysis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94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UM by Fund House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Assets under management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2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Monthly SIP Inflows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SIP investment trends</a:t>
                      </a:r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6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Category Inflows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Category-level investor 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5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Folio Count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Growth in investor folios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6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Scheme Performance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Returns and performance metrics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5369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Investor Transactions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Investor </a:t>
                      </a:r>
                      <a:r>
                        <a:rPr lang="en-US" sz="1800" b="0" i="0" u="none" strike="noStrike" noProof="0" dirty="0" err="1">
                          <a:latin typeface="Times New Roman"/>
                          <a:cs typeface="Times New Roman"/>
                        </a:rPr>
                        <a:t>behaviour</a:t>
                      </a: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 analysis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5883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Portfolio Holdings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Sector concentration and HHI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14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Benchmark Indices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Benchmark comparison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2827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86299F9-60EE-6B0A-AC37-FFCC3F497C44}"/>
              </a:ext>
            </a:extLst>
          </p:cNvPr>
          <p:cNvSpPr txBox="1"/>
          <p:nvPr/>
        </p:nvSpPr>
        <p:spPr>
          <a:xfrm>
            <a:off x="2690943" y="6007633"/>
            <a:ext cx="7840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40 schemes | 10 fund houses | 46,000 NAV records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4568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7AFD-7693-7893-82DD-04A95539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899D53-4C69-F9A2-68F8-F2CB90FDC992}"/>
              </a:ext>
            </a:extLst>
          </p:cNvPr>
          <p:cNvSpPr/>
          <p:nvPr/>
        </p:nvSpPr>
        <p:spPr>
          <a:xfrm>
            <a:off x="843490" y="2054190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Raw CSV Data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A23CB-4F19-45A7-3784-DD10991777E9}"/>
              </a:ext>
            </a:extLst>
          </p:cNvPr>
          <p:cNvSpPr txBox="1"/>
          <p:nvPr/>
        </p:nvSpPr>
        <p:spPr>
          <a:xfrm>
            <a:off x="4249001" y="285638"/>
            <a:ext cx="284210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   Architecture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DFACF-E225-6909-7890-57E496EAFFF4}"/>
              </a:ext>
            </a:extLst>
          </p:cNvPr>
          <p:cNvSpPr/>
          <p:nvPr/>
        </p:nvSpPr>
        <p:spPr>
          <a:xfrm>
            <a:off x="3409636" y="2054190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Data Ingestion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03DE9-47D3-7749-4DA3-F57B339718BC}"/>
              </a:ext>
            </a:extLst>
          </p:cNvPr>
          <p:cNvSpPr/>
          <p:nvPr/>
        </p:nvSpPr>
        <p:spPr>
          <a:xfrm>
            <a:off x="5964576" y="2099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Data Cleaning &amp; Validation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EF5259-6475-ACEE-FB2E-8D29C1DDE6FA}"/>
              </a:ext>
            </a:extLst>
          </p:cNvPr>
          <p:cNvSpPr/>
          <p:nvPr/>
        </p:nvSpPr>
        <p:spPr>
          <a:xfrm>
            <a:off x="8519518" y="2099012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Processed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F1ED-FE7D-A1C3-E867-C1C058E02272}"/>
              </a:ext>
            </a:extLst>
          </p:cNvPr>
          <p:cNvSpPr/>
          <p:nvPr/>
        </p:nvSpPr>
        <p:spPr>
          <a:xfrm>
            <a:off x="8777253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SQLite Database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DD307-343E-E342-361B-29B139CEB2D8}"/>
              </a:ext>
            </a:extLst>
          </p:cNvPr>
          <p:cNvSpPr/>
          <p:nvPr/>
        </p:nvSpPr>
        <p:spPr>
          <a:xfrm>
            <a:off x="6099047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Analytics &amp; Risk Metrics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E36523-3BE2-39E8-DD1B-F4889BE931DE}"/>
              </a:ext>
            </a:extLst>
          </p:cNvPr>
          <p:cNvSpPr/>
          <p:nvPr/>
        </p:nvSpPr>
        <p:spPr>
          <a:xfrm>
            <a:off x="3409636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Power BI Dashboard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28794-FDF6-D4B7-C77C-BD19BFC717F1}"/>
              </a:ext>
            </a:extLst>
          </p:cNvPr>
          <p:cNvSpPr/>
          <p:nvPr/>
        </p:nvSpPr>
        <p:spPr>
          <a:xfrm>
            <a:off x="843488" y="3623013"/>
            <a:ext cx="1669444" cy="12427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Final Reports &amp; Recommendations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F15B98-B793-A591-84D6-487E42574929}"/>
              </a:ext>
            </a:extLst>
          </p:cNvPr>
          <p:cNvCxnSpPr>
            <a:cxnSpLocks/>
          </p:cNvCxnSpPr>
          <p:nvPr/>
        </p:nvCxnSpPr>
        <p:spPr>
          <a:xfrm flipV="1">
            <a:off x="5080643" y="2378927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72D9AE-24D8-F4D5-7DE5-740EA58F9CF1}"/>
              </a:ext>
            </a:extLst>
          </p:cNvPr>
          <p:cNvCxnSpPr>
            <a:cxnSpLocks/>
          </p:cNvCxnSpPr>
          <p:nvPr/>
        </p:nvCxnSpPr>
        <p:spPr>
          <a:xfrm flipV="1">
            <a:off x="7635583" y="2378926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362098-61C1-9E5A-D216-C8C023DB859F}"/>
              </a:ext>
            </a:extLst>
          </p:cNvPr>
          <p:cNvCxnSpPr>
            <a:cxnSpLocks/>
          </p:cNvCxnSpPr>
          <p:nvPr/>
        </p:nvCxnSpPr>
        <p:spPr>
          <a:xfrm flipH="1">
            <a:off x="9492019" y="2673360"/>
            <a:ext cx="3741" cy="94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BFC9CD-88FA-0880-3AE0-FB024C5C4B6D}"/>
              </a:ext>
            </a:extLst>
          </p:cNvPr>
          <p:cNvCxnSpPr/>
          <p:nvPr/>
        </p:nvCxnSpPr>
        <p:spPr>
          <a:xfrm flipH="1">
            <a:off x="7769363" y="3927527"/>
            <a:ext cx="971170" cy="1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7102EC-3062-ED4C-8970-8E7E902E33DF}"/>
              </a:ext>
            </a:extLst>
          </p:cNvPr>
          <p:cNvCxnSpPr>
            <a:cxnSpLocks/>
          </p:cNvCxnSpPr>
          <p:nvPr/>
        </p:nvCxnSpPr>
        <p:spPr>
          <a:xfrm flipH="1">
            <a:off x="5113569" y="3916320"/>
            <a:ext cx="1015994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22E88F-9822-E8A9-D948-CEA49CB438AC}"/>
              </a:ext>
            </a:extLst>
          </p:cNvPr>
          <p:cNvCxnSpPr>
            <a:cxnSpLocks/>
          </p:cNvCxnSpPr>
          <p:nvPr/>
        </p:nvCxnSpPr>
        <p:spPr>
          <a:xfrm flipV="1">
            <a:off x="2514495" y="2334103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EBAB26-FD4A-A0CC-AB0B-EC6A18348E10}"/>
              </a:ext>
            </a:extLst>
          </p:cNvPr>
          <p:cNvCxnSpPr/>
          <p:nvPr/>
        </p:nvCxnSpPr>
        <p:spPr>
          <a:xfrm flipH="1">
            <a:off x="2499336" y="3898963"/>
            <a:ext cx="899760" cy="1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A2A45F-9DFB-5A34-6ED5-B0A5D49F7F90}"/>
              </a:ext>
            </a:extLst>
          </p:cNvPr>
          <p:cNvSpPr txBox="1"/>
          <p:nvPr/>
        </p:nvSpPr>
        <p:spPr>
          <a:xfrm>
            <a:off x="1019735" y="5546911"/>
            <a:ext cx="90095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Tools Used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Python | Pandas | NumPy | SciPy | Matplotlib | SQLite | SQL | Power BI</a:t>
            </a:r>
            <a:endParaRPr lang="en-US" sz="2000" dirty="0">
              <a:latin typeface="Times New Roman"/>
              <a:cs typeface="Times New Roman"/>
            </a:endParaRPr>
          </a:p>
          <a:p>
            <a:pPr algn="ctr"/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66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5386-9298-AE2E-324D-4B17EF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CC37B-2CB2-D7AA-9DD2-97BFBE2A149B}"/>
              </a:ext>
            </a:extLst>
          </p:cNvPr>
          <p:cNvSpPr txBox="1"/>
          <p:nvPr/>
        </p:nvSpPr>
        <p:spPr>
          <a:xfrm>
            <a:off x="2480661" y="269155"/>
            <a:ext cx="819782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EDA Highlights — Fund Universe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8D67E-6DD2-054A-F396-143AB0746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9" y="1084169"/>
            <a:ext cx="5866280" cy="3400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015174-0AB2-5311-8BD3-CB1BBCFEA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537" y="1084170"/>
            <a:ext cx="5474074" cy="3400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B96A0-71B3-0C80-780F-282409F2E35D}"/>
              </a:ext>
            </a:extLst>
          </p:cNvPr>
          <p:cNvSpPr txBox="1"/>
          <p:nvPr/>
        </p:nvSpPr>
        <p:spPr>
          <a:xfrm>
            <a:off x="1680882" y="4706471"/>
            <a:ext cx="801220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dataset contains </a:t>
            </a:r>
            <a:r>
              <a:rPr lang="en-US" b="1">
                <a:latin typeface="Times New Roman"/>
                <a:cs typeface="Times New Roman"/>
              </a:rPr>
              <a:t>40 mutual fund schemes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schemes belong to </a:t>
            </a:r>
            <a:r>
              <a:rPr lang="en-US" b="1">
                <a:latin typeface="Times New Roman"/>
                <a:cs typeface="Times New Roman"/>
              </a:rPr>
              <a:t>10 fund houses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Equity and Debt are the major fund categories.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Moderate-risk funds form a significant portion of the </a:t>
            </a:r>
            <a:r>
              <a:rPr lang="en-US" dirty="0" err="1">
                <a:latin typeface="Times New Roman"/>
                <a:cs typeface="Times New Roman"/>
              </a:rPr>
              <a:t>analysed</a:t>
            </a:r>
            <a:r>
              <a:rPr lang="en-US" dirty="0">
                <a:latin typeface="Times New Roman"/>
                <a:cs typeface="Times New Roman"/>
              </a:rPr>
              <a:t> schemes.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Average expense ratio is approximately </a:t>
            </a:r>
            <a:r>
              <a:rPr lang="en-US" b="1">
                <a:latin typeface="Times New Roman"/>
                <a:cs typeface="Times New Roman"/>
              </a:rPr>
              <a:t>1.237%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Maximum expense ratio is </a:t>
            </a:r>
            <a:r>
              <a:rPr lang="en-US" b="1">
                <a:latin typeface="Times New Roman"/>
                <a:cs typeface="Times New Roman"/>
              </a:rPr>
              <a:t>1.64%</a:t>
            </a:r>
            <a:r>
              <a:rPr lang="en-US">
                <a:latin typeface="Times New Roman"/>
                <a:cs typeface="Times New Roman"/>
              </a:rPr>
              <a:t>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26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F2BAA-872E-8011-8EAA-E00F501F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B0E1F-5F14-2BA9-5EF6-679EEC410AB2}"/>
              </a:ext>
            </a:extLst>
          </p:cNvPr>
          <p:cNvSpPr txBox="1"/>
          <p:nvPr/>
        </p:nvSpPr>
        <p:spPr>
          <a:xfrm>
            <a:off x="1651426" y="269155"/>
            <a:ext cx="902705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    EDA Highlights — INVESTOR BEHAVIOUR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6C319-AAED-FBE7-F0A3-4AE837B2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8" y="854449"/>
            <a:ext cx="5574928" cy="4118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3C327-7261-D1A5-B2F4-1DBBCB91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508" y="983316"/>
            <a:ext cx="6258485" cy="3860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56066-CBEE-B1D3-9437-E8D9E1178C27}"/>
              </a:ext>
            </a:extLst>
          </p:cNvPr>
          <p:cNvSpPr txBox="1"/>
          <p:nvPr/>
        </p:nvSpPr>
        <p:spPr>
          <a:xfrm>
            <a:off x="1557619" y="4975412"/>
            <a:ext cx="1062317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Investment activity varies across different investor age groups.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analysis shows differences in the amount invested across age segments.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Investors use multiple payment modes for mutual fund transactions.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Understanding age and payment preferences can help improve investor targeting and engagement strategies.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Investor </a:t>
            </a:r>
            <a:r>
              <a:rPr lang="en-US" dirty="0" err="1">
                <a:latin typeface="Times New Roman"/>
                <a:cs typeface="Times New Roman"/>
              </a:rPr>
              <a:t>behaviour</a:t>
            </a:r>
            <a:r>
              <a:rPr lang="en-US" dirty="0">
                <a:latin typeface="Times New Roman"/>
                <a:cs typeface="Times New Roman"/>
              </a:rPr>
              <a:t> analysis provides additional context for understanding participation in mutual funds. 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53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74A1-E071-BF42-DA1E-11D78426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3C5B7-B5F4-23E3-2C76-7BE5AA3265EC}"/>
              </a:ext>
            </a:extLst>
          </p:cNvPr>
          <p:cNvSpPr txBox="1"/>
          <p:nvPr/>
        </p:nvSpPr>
        <p:spPr>
          <a:xfrm>
            <a:off x="664432" y="201482"/>
            <a:ext cx="113073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EDA HIGHLIGHTS: MARKET &amp; INVESTMENT TRENDS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3534A-37F9-E74D-E619-78A6A42C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4" y="904200"/>
            <a:ext cx="5838266" cy="3301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99D7FC-660A-5E37-B582-7E50614DB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411" y="901977"/>
            <a:ext cx="5479676" cy="3429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97D1FC-304F-3FB0-CCF6-31D10C07D0A9}"/>
              </a:ext>
            </a:extLst>
          </p:cNvPr>
          <p:cNvSpPr txBox="1"/>
          <p:nvPr/>
        </p:nvSpPr>
        <p:spPr>
          <a:xfrm>
            <a:off x="1546412" y="4639236"/>
            <a:ext cx="93232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Monthly SIP inflows show changes in investor contribution levels over the </a:t>
            </a:r>
            <a:r>
              <a:rPr lang="en-US" dirty="0" err="1">
                <a:latin typeface="Times New Roman"/>
                <a:cs typeface="Times New Roman"/>
              </a:rPr>
              <a:t>analysed</a:t>
            </a:r>
            <a:r>
              <a:rPr lang="en-US" dirty="0">
                <a:latin typeface="Times New Roman"/>
                <a:cs typeface="Times New Roman"/>
              </a:rPr>
              <a:t> period.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Mutual fund folios show an overall change in investor participation between 2022 and 2025.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SIP activity provides an indication of recurring investment </a:t>
            </a:r>
            <a:r>
              <a:rPr lang="en-US" dirty="0" err="1">
                <a:latin typeface="Times New Roman"/>
                <a:cs typeface="Times New Roman"/>
              </a:rPr>
              <a:t>behaviour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Growth in folios reflects changes in the number of investor accounts over time.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425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A51A-EA84-D4BD-C7AB-FBE1D21A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08E96-8644-1675-BF17-D4BE73BF9BFB}"/>
              </a:ext>
            </a:extLst>
          </p:cNvPr>
          <p:cNvSpPr txBox="1"/>
          <p:nvPr/>
        </p:nvSpPr>
        <p:spPr>
          <a:xfrm>
            <a:off x="2094392" y="198187"/>
            <a:ext cx="92542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PERFORMANCE METRICS: RETURNS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B736F-0B51-46B1-B86F-6F67F3FC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1" y="776007"/>
            <a:ext cx="6067987" cy="3658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30A9D7-3C08-38DD-796D-FBAA0222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889" y="776006"/>
            <a:ext cx="5731809" cy="3658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AB9521-BFC2-0EEE-5173-96475407D654}"/>
              </a:ext>
            </a:extLst>
          </p:cNvPr>
          <p:cNvSpPr txBox="1"/>
          <p:nvPr/>
        </p:nvSpPr>
        <p:spPr>
          <a:xfrm>
            <a:off x="1568824" y="4829735"/>
            <a:ext cx="1000685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The 3-Year CAGR comparison identifies funds with stronger </a:t>
            </a:r>
            <a:r>
              <a:rPr lang="en-US" dirty="0" err="1">
                <a:latin typeface="Times New Roman"/>
                <a:cs typeface="Times New Roman"/>
              </a:rPr>
              <a:t>annualised</a:t>
            </a:r>
            <a:r>
              <a:rPr lang="en-US" dirty="0">
                <a:latin typeface="Times New Roman"/>
                <a:cs typeface="Times New Roman"/>
              </a:rPr>
              <a:t> historical growth.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Alpha analysis highlights funds that generated stronger performance relative to their benchmarks.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Fund performance varies significantly across schemes.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Evaluating both return and benchmark-relative performance provides a more complete view of fund quality.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Historical performance should be considered together with risk before making investment decisions.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630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AFA6-13FF-D6BA-4D7F-7EC242E7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97F166-9552-2C4D-75B4-856F8F982529}"/>
              </a:ext>
            </a:extLst>
          </p:cNvPr>
          <p:cNvSpPr txBox="1"/>
          <p:nvPr/>
        </p:nvSpPr>
        <p:spPr>
          <a:xfrm>
            <a:off x="914042" y="242792"/>
            <a:ext cx="10425800" cy="1071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E91CF-BCE7-CFE2-EDFF-AABE3457B889}"/>
              </a:ext>
            </a:extLst>
          </p:cNvPr>
          <p:cNvSpPr txBox="1"/>
          <p:nvPr/>
        </p:nvSpPr>
        <p:spPr>
          <a:xfrm>
            <a:off x="1667252" y="183906"/>
            <a:ext cx="116494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METRICS: RISK-ADJUSTED </a:t>
            </a:r>
            <a:r>
              <a:rPr lang="en-US" sz="3200" b="1" dirty="0">
                <a:latin typeface="Times New Roman"/>
                <a:ea typeface="+mn-lt"/>
                <a:cs typeface="Times New Roman"/>
              </a:rPr>
              <a:t>PERFORMANCE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11E5F-FAFE-850C-007A-F6A339DF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31" y="776007"/>
            <a:ext cx="5418044" cy="3725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276BAD-36D2-F8B2-C833-48ED51F8E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212" y="776007"/>
            <a:ext cx="5843869" cy="3714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DBF10-60EC-6851-0098-1C658BE499E9}"/>
              </a:ext>
            </a:extLst>
          </p:cNvPr>
          <p:cNvSpPr txBox="1"/>
          <p:nvPr/>
        </p:nvSpPr>
        <p:spPr>
          <a:xfrm>
            <a:off x="2028265" y="4504764"/>
            <a:ext cx="931208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Sharpe ratio measures return relative to volatility.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Maximum drawdown measures the largest decline from a previous portfolio peak.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Funds with higher returns may also experience higher downside risk.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Risk-adjusted metrics provide a better comparison than returns alone.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highest historical Sharpe ratio in the </a:t>
            </a:r>
            <a:r>
              <a:rPr lang="en-US" err="1">
                <a:latin typeface="Times New Roman"/>
                <a:cs typeface="Times New Roman"/>
              </a:rPr>
              <a:t>analysed</a:t>
            </a:r>
            <a:r>
              <a:rPr lang="en-US">
                <a:latin typeface="Times New Roman"/>
                <a:cs typeface="Times New Roman"/>
              </a:rPr>
              <a:t> dataset was 13.6559, recorded by ICICI Pru Liquid Fund - Regular - Growth.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910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E17C-FCD4-D76E-44E0-DFA5CB2A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51907-6595-1B9F-D078-F6ED84E5D5D7}"/>
              </a:ext>
            </a:extLst>
          </p:cNvPr>
          <p:cNvSpPr txBox="1"/>
          <p:nvPr/>
        </p:nvSpPr>
        <p:spPr>
          <a:xfrm>
            <a:off x="3243983" y="197526"/>
            <a:ext cx="54985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POWER BI DASHBOARD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BD8FE-E10A-A574-7A77-B6671345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784411"/>
            <a:ext cx="8819032" cy="5502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D309E-6FBE-605B-3728-F9639E54EDF4}"/>
              </a:ext>
            </a:extLst>
          </p:cNvPr>
          <p:cNvSpPr txBox="1"/>
          <p:nvPr/>
        </p:nvSpPr>
        <p:spPr>
          <a:xfrm>
            <a:off x="9009528" y="2790265"/>
            <a:ext cx="335056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Fund house and AUM overview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Fund category analysis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Interactive slicers and filters</a:t>
            </a:r>
          </a:p>
          <a:p>
            <a:pPr marL="285750" indent="-285750" algn="ctr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0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7980-82E1-E6E4-1318-C1692F80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3DFFF0-62FC-44FF-A4DA-C11775B82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5"/>
          <a:stretch>
            <a:fillRect/>
          </a:stretch>
        </p:blipFill>
        <p:spPr>
          <a:xfrm>
            <a:off x="-1681" y="192180"/>
            <a:ext cx="9584364" cy="6462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59A6D-6E11-D0D9-8114-3F7E5B910A04}"/>
              </a:ext>
            </a:extLst>
          </p:cNvPr>
          <p:cNvSpPr txBox="1"/>
          <p:nvPr/>
        </p:nvSpPr>
        <p:spPr>
          <a:xfrm>
            <a:off x="9569824" y="2790264"/>
            <a:ext cx="6096000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Performance comparison </a:t>
            </a:r>
            <a:endParaRPr lang="en-US" sz="1700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Risk and return analysis </a:t>
            </a:r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Interactive fund analysis </a:t>
            </a:r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Scheme-level comparison</a:t>
            </a:r>
            <a:endParaRPr lang="en-US" sz="1700"/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2459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A450-5C04-3AB0-94D8-9A1EF1AD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C9663-E645-7519-9DA1-EB55C4AD9DA7}"/>
              </a:ext>
            </a:extLst>
          </p:cNvPr>
          <p:cNvSpPr txBox="1"/>
          <p:nvPr/>
        </p:nvSpPr>
        <p:spPr>
          <a:xfrm>
            <a:off x="425823" y="134471"/>
            <a:ext cx="1187823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                              </a:t>
            </a:r>
            <a:r>
              <a:rPr lang="en-US" sz="3200" b="1">
                <a:latin typeface="Times New Roman"/>
                <a:cs typeface="Times New Roman"/>
              </a:rPr>
              <a:t>ADVANCED ANALYTICS &amp; KEY FINDINGS</a:t>
            </a:r>
            <a:endParaRPr lang="en-US" dirty="0"/>
          </a:p>
          <a:p>
            <a:endParaRPr lang="en-US" sz="3200" b="1" dirty="0">
              <a:latin typeface="Times New Roman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501A7-05A7-AD41-820D-A2F9675EC0E7}"/>
              </a:ext>
            </a:extLst>
          </p:cNvPr>
          <p:cNvSpPr txBox="1"/>
          <p:nvPr/>
        </p:nvSpPr>
        <p:spPr>
          <a:xfrm>
            <a:off x="313765" y="806825"/>
            <a:ext cx="11878235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Fund Downside Risk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Highest </a:t>
            </a:r>
            <a:r>
              <a:rPr lang="en-US" dirty="0" err="1">
                <a:latin typeface="Times New Roman"/>
                <a:cs typeface="Times New Roman"/>
              </a:rPr>
              <a:t>VaR</a:t>
            </a:r>
            <a:r>
              <a:rPr lang="en-US" dirty="0">
                <a:latin typeface="Times New Roman"/>
                <a:cs typeface="Times New Roman"/>
              </a:rPr>
              <a:t>: SBI Small Cap Fund - Direct Plan - Growth 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95% </a:t>
            </a:r>
            <a:r>
              <a:rPr lang="en-US" dirty="0" err="1">
                <a:latin typeface="Times New Roman"/>
                <a:cs typeface="Times New Roman"/>
              </a:rPr>
              <a:t>VaR</a:t>
            </a:r>
            <a:r>
              <a:rPr lang="en-US" dirty="0">
                <a:latin typeface="Times New Roman"/>
                <a:cs typeface="Times New Roman"/>
              </a:rPr>
              <a:t>: approximately -2.69%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CVaR: ABSL Small Cap Fund - Regular - Growth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95% CVaR: approximately -3.25%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 dirty="0">
                <a:latin typeface="Times New Roman"/>
                <a:cs typeface="Times New Roman"/>
              </a:rPr>
              <a:t>Investor Cohort </a:t>
            </a:r>
            <a:r>
              <a:rPr lang="en-US" b="1" dirty="0" err="1">
                <a:latin typeface="Times New Roman"/>
                <a:cs typeface="Times New Roman"/>
              </a:rPr>
              <a:t>Behaviour</a:t>
            </a:r>
            <a:endParaRPr lang="en-US" b="1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total investment cohort: 2024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Total investment: approximately ₹21.50 crore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average SIP cohort: 2025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Average SIP: approximately ₹13,505.21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>
                <a:latin typeface="Times New Roman"/>
                <a:cs typeface="Times New Roman"/>
              </a:rPr>
              <a:t>SIP Continuity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Regular SIP rate: 2.2%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At-risk SIP rate: 97.8%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At-risk investors were identified using the 35-day average SIP-gap threshold.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Portfolio Concentration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Highest HHI: Axis </a:t>
            </a:r>
            <a:r>
              <a:rPr lang="en-US" dirty="0" err="1">
                <a:latin typeface="Times New Roman"/>
                <a:cs typeface="Times New Roman"/>
              </a:rPr>
              <a:t>Bluechip</a:t>
            </a:r>
            <a:r>
              <a:rPr lang="en-US" dirty="0">
                <a:latin typeface="Times New Roman"/>
                <a:cs typeface="Times New Roman"/>
              </a:rPr>
              <a:t> Fund — 0.2968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Lowest HHI: UTI Mid Cap Fund — 0.1240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>
                <a:latin typeface="Times New Roman"/>
                <a:cs typeface="Times New Roman"/>
              </a:rPr>
              <a:t>Key Takeaway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Advanced analytics combines risk, investor </a:t>
            </a:r>
            <a:r>
              <a:rPr lang="en-US" err="1">
                <a:latin typeface="Times New Roman"/>
                <a:cs typeface="Times New Roman"/>
              </a:rPr>
              <a:t>behaviour</a:t>
            </a:r>
            <a:r>
              <a:rPr lang="en-US">
                <a:latin typeface="Times New Roman"/>
                <a:cs typeface="Times New Roman"/>
              </a:rPr>
              <a:t> and portfolio concentration to provide deeper insights beyond basic performance analysis.</a:t>
            </a:r>
            <a:endParaRPr lang="en-US"/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935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B218E-F185-DB27-ACAC-8733C9D6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08C1A-6134-4A5F-D6A5-880FEB9D4EB1}"/>
              </a:ext>
            </a:extLst>
          </p:cNvPr>
          <p:cNvSpPr txBox="1"/>
          <p:nvPr/>
        </p:nvSpPr>
        <p:spPr>
          <a:xfrm>
            <a:off x="2696863" y="2395853"/>
            <a:ext cx="790934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b="1">
                <a:latin typeface="Times New Roman"/>
                <a:ea typeface="+mn-lt"/>
                <a:cs typeface="Times New Roman"/>
              </a:rPr>
              <a:t>THANK YOU</a:t>
            </a:r>
            <a:endParaRPr lang="en-US" sz="8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95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BLUESTOCK MUTUAL FUND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323</cp:revision>
  <dcterms:created xsi:type="dcterms:W3CDTF">2026-08-11T10:39:53Z</dcterms:created>
  <dcterms:modified xsi:type="dcterms:W3CDTF">2026-08-11T11:45:17Z</dcterms:modified>
</cp:coreProperties>
</file>